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MedVault: Hospital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Next-Generation Digital Healthcare &amp; Firestore EMR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9436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Full-Stack Solution: Integrated React 18, Node.js Express, and Firebase Cloud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Seamless Database Engine: Migrated from MongoDB to Firebase Firestore &amp; Authentication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Zero-Crash Reliability: Includes custom in-memory fallback for offline testing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Role-Based Ecosystem: Personalized interfaces for Patients, Doctors, and Administrators</a:t>
            </a:r>
          </a:p>
        </p:txBody>
      </p:sp>
      <p:pic>
        <p:nvPicPr>
          <p:cNvPr id="8" name="Picture 7" descr="medvault_dashboard_hero_17866069884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448056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Executive Summary &amp; Industry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Solving Data Fragmentation &amp; Patient Care Delays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Unified Medical Infrastructure: Centralizes EMR, Appointments, Pharmacy &amp; Billing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Real-Time Data Access: Instant sync between patient submissions and doctor terminals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Paperless Operations: Digital prescriptions, electronic invoicing, and hospital audit trail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Enterprise Security: Encrypted auth tokens, Firebase Security Rules, and RBAC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System Architecture &amp; Modern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High-Performance Cloud Architecture Blueprint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9436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Frontend Layer: React 18, React Router 6, Tailwind CSS &amp; Glassmorphism UI Design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Backend Gateway: Node.js Express REST API server running port-resilient routing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Database Engine: Firebase Firestore NoSQL document database with live collection sync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Authentication: Firebase Authentication SDK &amp; JSON Web Token (JWT) fallback</a:t>
            </a:r>
          </a:p>
        </p:txBody>
      </p:sp>
      <p:pic>
        <p:nvPicPr>
          <p:cNvPr id="8" name="Picture 7" descr="medvault_architecture_diagram_17866070047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448056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Firebase Firestore Migration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Transitioning from Legacy MongoDB to Firebase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Database Modernization: Complete purge of Mongoose &amp; MongoDB dependencies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Firestore Collections: Structured models for users, appointments, beds, pharmacy, and billing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Zero-Crash Fallback: Built-in InMemoryDb emulator for instant zero-config execution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Live Cloud Sync: Seamless sync with Firebase Admin SDK key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Multi-Role Ecosystem &amp; User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Tailored Interfaces for All Stakeholders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9436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Patient Portal: Self-service booking, consultation history, and prescription downloads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Doctor Terminal: Clinical note entry, appointment approval, and patient record review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Admin Center: Hospital wide bed occupancy, inventory reordering, and audit logs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Unified Access: Single login gateway with automated role routing</a:t>
            </a:r>
          </a:p>
        </p:txBody>
      </p:sp>
      <p:pic>
        <p:nvPicPr>
          <p:cNvPr id="8" name="Picture 7" descr="medvault_patient_portal_17866071893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448056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Patient Portal &amp; Digital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Empowering Patients with Seamless Self-Service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Instant Booking: Real-time appointment scheduling with priority tags (Urgent/Normal)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Medical History: Comprehensive timeline of past diagnoses, prescriptions, and lab notes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Digital Invoicing: Downloadable PDF billing receipts and online payment tracking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Profile Management: Centralized personal health info, emergency contact, and vitals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Doctor Workstation &amp; Clinical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Optimized Tools for Healthcare Professionals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Appointment Queue: Live dashboard displaying daily patient rosters and urgent cases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EMR Authoring: Fast record creation for diagnosis, medication prescriptions, and follow-ups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Availability Scheduler: Customizable weekly availability slots and consultation duration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Patient Search: Rapid access to patient medical histories during consultations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Hospital Operations: Bed &amp; Pharmacy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Maximizing Resource Utilization &amp; Supply Chains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Live Bed Tracking: Real-time monitor for ICU, General Ward, and VIP Suite occupancy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Admissions &amp; Status: Dynamic allocation, status updates (Occupied/Cleaning/Available)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Pharmacy Inventory: Automated stock tracking with instant low-stock alerts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Batch Management: Expiry date monitoring and medicine restocking workflows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Security, Compliance &amp; Immutable Auditing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Protecting Patient Privacy &amp; Regulatory Integrity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Role-Based Access Control (RBAC): Strict endpoint protection enforcing Doctor/Patient scope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Firebase Security: Enterprise-grade access control via Firebase Admin SDK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System Audit Trail: Comprehensive log recording every bed assignment, invoice, and stock change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Password Protection: Industry-standard bcrypt hashing for credential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Deployment, Scalability &amp; 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6B6D4"/>
                </a:solidFill>
              </a:defRPr>
            </a:pPr>
            <a:r>
              <a:t>Future-Proofing MedVault for Enterprise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9436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Cloud Deployment: Production ready Vercel serverless hosting with global CDN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CI/CD Integration: GitHub repository sync for automated zero-downtime builds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AI Assistant Integration: Planned AI-assisted preliminary triage and diagnostics</a:t>
            </a:r>
          </a:p>
          <a:p>
            <a:pPr>
              <a:spcAft>
                <a:spcPts val="1400"/>
              </a:spcAft>
              <a:defRPr sz="1500">
                <a:solidFill>
                  <a:srgbClr val="475569"/>
                </a:solidFill>
              </a:defRPr>
            </a:pPr>
            <a:r>
              <a:t>•  Telemedicine Expansion: Upcoming WebRTC video consultation &amp; remote patient monitoring</a:t>
            </a:r>
          </a:p>
        </p:txBody>
      </p:sp>
      <p:pic>
        <p:nvPicPr>
          <p:cNvPr id="8" name="Picture 7" descr="medvault_dashboard_hero_17866069884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448056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475569"/>
                </a:solidFill>
              </a:defRPr>
            </a:pPr>
            <a: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